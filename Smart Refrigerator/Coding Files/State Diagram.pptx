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708075" y="5386578"/>
            <a:ext cx="1039200" cy="42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Passive Mode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854670" y="5386566"/>
            <a:ext cx="1039200" cy="42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Mode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347644" y="9410175"/>
            <a:ext cx="709200" cy="42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 On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327551" y="6822683"/>
            <a:ext cx="749400" cy="67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 sensor 1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466150" y="8679950"/>
            <a:ext cx="103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T&gt;=35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" name="Google Shape;59;p13"/>
          <p:cNvCxnSpPr>
            <a:stCxn id="60" idx="2"/>
            <a:endCxn id="56" idx="0"/>
          </p:cNvCxnSpPr>
          <p:nvPr/>
        </p:nvCxnSpPr>
        <p:spPr>
          <a:xfrm>
            <a:off x="6111130" y="8314708"/>
            <a:ext cx="591000" cy="10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>
            <a:stCxn id="54" idx="2"/>
            <a:endCxn id="57" idx="0"/>
          </p:cNvCxnSpPr>
          <p:nvPr/>
        </p:nvCxnSpPr>
        <p:spPr>
          <a:xfrm>
            <a:off x="6227675" y="5807178"/>
            <a:ext cx="474600" cy="101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3"/>
          <p:cNvSpPr/>
          <p:nvPr/>
        </p:nvSpPr>
        <p:spPr>
          <a:xfrm>
            <a:off x="5086402" y="4452775"/>
            <a:ext cx="1039200" cy="42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Time</a:t>
            </a:r>
            <a:endParaRPr/>
          </a:p>
        </p:txBody>
      </p:sp>
      <p:cxnSp>
        <p:nvCxnSpPr>
          <p:cNvPr id="63" name="Google Shape;63;p13"/>
          <p:cNvCxnSpPr>
            <a:stCxn id="62" idx="2"/>
            <a:endCxn id="55" idx="0"/>
          </p:cNvCxnSpPr>
          <p:nvPr/>
        </p:nvCxnSpPr>
        <p:spPr>
          <a:xfrm flipH="1">
            <a:off x="4374202" y="4873375"/>
            <a:ext cx="1231800" cy="5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62" idx="2"/>
            <a:endCxn id="54" idx="0"/>
          </p:cNvCxnSpPr>
          <p:nvPr/>
        </p:nvCxnSpPr>
        <p:spPr>
          <a:xfrm>
            <a:off x="5606002" y="4873375"/>
            <a:ext cx="621600" cy="5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/>
          <p:nvPr/>
        </p:nvSpPr>
        <p:spPr>
          <a:xfrm>
            <a:off x="5390850" y="6778675"/>
            <a:ext cx="821400" cy="7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 sensor 2</a:t>
            </a:r>
            <a:endParaRPr/>
          </a:p>
        </p:txBody>
      </p:sp>
      <p:cxnSp>
        <p:nvCxnSpPr>
          <p:cNvPr id="66" name="Google Shape;66;p13"/>
          <p:cNvCxnSpPr>
            <a:stCxn id="54" idx="2"/>
            <a:endCxn id="65" idx="0"/>
          </p:cNvCxnSpPr>
          <p:nvPr/>
        </p:nvCxnSpPr>
        <p:spPr>
          <a:xfrm flipH="1">
            <a:off x="5801675" y="5807178"/>
            <a:ext cx="426000" cy="971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3"/>
          <p:cNvSpPr/>
          <p:nvPr/>
        </p:nvSpPr>
        <p:spPr>
          <a:xfrm>
            <a:off x="5791030" y="7949608"/>
            <a:ext cx="6402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T</a:t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2948775" y="3716175"/>
            <a:ext cx="1579500" cy="42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True</a:t>
            </a:r>
            <a:endParaRPr/>
          </a:p>
        </p:txBody>
      </p:sp>
      <p:cxnSp>
        <p:nvCxnSpPr>
          <p:cNvPr id="68" name="Google Shape;68;p13"/>
          <p:cNvCxnSpPr>
            <a:endCxn id="60" idx="0"/>
          </p:cNvCxnSpPr>
          <p:nvPr/>
        </p:nvCxnSpPr>
        <p:spPr>
          <a:xfrm>
            <a:off x="5835730" y="7501108"/>
            <a:ext cx="275400" cy="4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stCxn id="60" idx="0"/>
            <a:endCxn id="57" idx="2"/>
          </p:cNvCxnSpPr>
          <p:nvPr/>
        </p:nvCxnSpPr>
        <p:spPr>
          <a:xfrm flipH="1" rot="10800000">
            <a:off x="6111130" y="7502308"/>
            <a:ext cx="591000" cy="4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3"/>
          <p:cNvSpPr/>
          <p:nvPr/>
        </p:nvSpPr>
        <p:spPr>
          <a:xfrm>
            <a:off x="611225" y="4761625"/>
            <a:ext cx="1039200" cy="7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set button Pressed?</a:t>
            </a:r>
            <a:endParaRPr/>
          </a:p>
        </p:txBody>
      </p:sp>
      <p:cxnSp>
        <p:nvCxnSpPr>
          <p:cNvPr id="71" name="Google Shape;71;p13"/>
          <p:cNvCxnSpPr>
            <a:endCxn id="62" idx="0"/>
          </p:cNvCxnSpPr>
          <p:nvPr/>
        </p:nvCxnSpPr>
        <p:spPr>
          <a:xfrm>
            <a:off x="3724402" y="4127575"/>
            <a:ext cx="18816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>
            <a:stCxn id="70" idx="0"/>
            <a:endCxn id="67" idx="2"/>
          </p:cNvCxnSpPr>
          <p:nvPr/>
        </p:nvCxnSpPr>
        <p:spPr>
          <a:xfrm flipH="1" rot="10800000">
            <a:off x="1130825" y="4136725"/>
            <a:ext cx="2607600" cy="6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3"/>
          <p:cNvSpPr/>
          <p:nvPr/>
        </p:nvSpPr>
        <p:spPr>
          <a:xfrm>
            <a:off x="3153625" y="6102500"/>
            <a:ext cx="1039200" cy="51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LED ON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4781375" y="5944525"/>
            <a:ext cx="1039200" cy="51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Passive LED ON</a:t>
            </a:r>
            <a:endParaRPr/>
          </a:p>
        </p:txBody>
      </p:sp>
      <p:cxnSp>
        <p:nvCxnSpPr>
          <p:cNvPr id="75" name="Google Shape;75;p13"/>
          <p:cNvCxnSpPr>
            <a:stCxn id="54" idx="2"/>
            <a:endCxn id="74" idx="0"/>
          </p:cNvCxnSpPr>
          <p:nvPr/>
        </p:nvCxnSpPr>
        <p:spPr>
          <a:xfrm flipH="1">
            <a:off x="5300975" y="5807178"/>
            <a:ext cx="926700" cy="1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>
            <a:stCxn id="55" idx="2"/>
            <a:endCxn id="73" idx="0"/>
          </p:cNvCxnSpPr>
          <p:nvPr/>
        </p:nvCxnSpPr>
        <p:spPr>
          <a:xfrm flipH="1">
            <a:off x="3673170" y="5807166"/>
            <a:ext cx="701100" cy="29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3"/>
          <p:cNvSpPr/>
          <p:nvPr/>
        </p:nvSpPr>
        <p:spPr>
          <a:xfrm>
            <a:off x="3112813" y="233200"/>
            <a:ext cx="1579500" cy="42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True</a:t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139175" y="1082313"/>
            <a:ext cx="1039200" cy="7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set button Pressed?</a:t>
            </a:r>
            <a:endParaRPr/>
          </a:p>
        </p:txBody>
      </p:sp>
      <p:cxnSp>
        <p:nvCxnSpPr>
          <p:cNvPr id="79" name="Google Shape;79;p13"/>
          <p:cNvCxnSpPr>
            <a:stCxn id="80" idx="3"/>
            <a:endCxn id="78" idx="0"/>
          </p:cNvCxnSpPr>
          <p:nvPr/>
        </p:nvCxnSpPr>
        <p:spPr>
          <a:xfrm flipH="1">
            <a:off x="658800" y="364100"/>
            <a:ext cx="2414100" cy="7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3"/>
          <p:cNvSpPr txBox="1"/>
          <p:nvPr/>
        </p:nvSpPr>
        <p:spPr>
          <a:xfrm>
            <a:off x="1940675" y="3153950"/>
            <a:ext cx="48672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OPERATING STATE</a:t>
            </a:r>
            <a:endParaRPr b="1" sz="2600">
              <a:solidFill>
                <a:schemeClr val="dk2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0" y="49250"/>
            <a:ext cx="307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STARTUP</a:t>
            </a:r>
            <a:r>
              <a:rPr b="1" lang="en" sz="2600">
                <a:solidFill>
                  <a:schemeClr val="dk2"/>
                </a:solidFill>
              </a:rPr>
              <a:t> STATE</a:t>
            </a:r>
            <a:endParaRPr b="1" sz="2600">
              <a:solidFill>
                <a:schemeClr val="dk2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658775" y="7772775"/>
            <a:ext cx="30729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Relay Notes: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Compressor on by default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Fan off by default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650425" y="934250"/>
            <a:ext cx="1334700" cy="44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Segment blinks 00:00</a:t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1614075" y="1577925"/>
            <a:ext cx="1334700" cy="44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Passive Pressed?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1614075" y="2221600"/>
            <a:ext cx="1334700" cy="44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Passive Pressed?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441925" y="1276125"/>
            <a:ext cx="750900" cy="251700"/>
          </a:xfrm>
          <a:prstGeom prst="rect">
            <a:avLst/>
          </a:prstGeom>
          <a:solidFill>
            <a:schemeClr val="lt2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50" lIns="51450" spcFirstLastPara="1" rIns="51450" wrap="square" tIns="5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Hour pressed?</a:t>
            </a:r>
            <a:endParaRPr sz="850"/>
          </a:p>
        </p:txBody>
      </p:sp>
      <p:sp>
        <p:nvSpPr>
          <p:cNvPr id="87" name="Google Shape;87;p13"/>
          <p:cNvSpPr/>
          <p:nvPr/>
        </p:nvSpPr>
        <p:spPr>
          <a:xfrm>
            <a:off x="3441925" y="1577923"/>
            <a:ext cx="750900" cy="251700"/>
          </a:xfrm>
          <a:prstGeom prst="rect">
            <a:avLst/>
          </a:prstGeom>
          <a:solidFill>
            <a:schemeClr val="lt2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50" lIns="51450" spcFirstLastPara="1" rIns="51450" wrap="square" tIns="5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Minute Pressed?</a:t>
            </a:r>
            <a:endParaRPr sz="850"/>
          </a:p>
        </p:txBody>
      </p:sp>
      <p:sp>
        <p:nvSpPr>
          <p:cNvPr id="88" name="Google Shape;88;p13"/>
          <p:cNvSpPr/>
          <p:nvPr/>
        </p:nvSpPr>
        <p:spPr>
          <a:xfrm>
            <a:off x="4335489" y="1299322"/>
            <a:ext cx="750900" cy="251700"/>
          </a:xfrm>
          <a:prstGeom prst="rect">
            <a:avLst/>
          </a:prstGeom>
          <a:solidFill>
            <a:schemeClr val="lt2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50" lIns="51450" spcFirstLastPara="1" rIns="51450" wrap="square" tIns="5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Inc Hour</a:t>
            </a:r>
            <a:endParaRPr sz="850"/>
          </a:p>
        </p:txBody>
      </p:sp>
      <p:sp>
        <p:nvSpPr>
          <p:cNvPr id="89" name="Google Shape;89;p13"/>
          <p:cNvSpPr/>
          <p:nvPr/>
        </p:nvSpPr>
        <p:spPr>
          <a:xfrm>
            <a:off x="3407825" y="1969213"/>
            <a:ext cx="1231800" cy="213000"/>
          </a:xfrm>
          <a:prstGeom prst="rect">
            <a:avLst/>
          </a:prstGeom>
          <a:solidFill>
            <a:schemeClr val="lt2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50" lIns="51450" spcFirstLastPara="1" rIns="51450" wrap="square" tIns="5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Press Start Passive</a:t>
            </a:r>
            <a:endParaRPr sz="850"/>
          </a:p>
        </p:txBody>
      </p:sp>
      <p:sp>
        <p:nvSpPr>
          <p:cNvPr id="90" name="Google Shape;90;p13"/>
          <p:cNvSpPr/>
          <p:nvPr/>
        </p:nvSpPr>
        <p:spPr>
          <a:xfrm>
            <a:off x="4289739" y="1634272"/>
            <a:ext cx="750900" cy="251700"/>
          </a:xfrm>
          <a:prstGeom prst="rect">
            <a:avLst/>
          </a:prstGeom>
          <a:solidFill>
            <a:schemeClr val="lt2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50" lIns="51450" spcFirstLastPara="1" rIns="51450" wrap="square" tIns="5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Inc Minute</a:t>
            </a:r>
            <a:endParaRPr sz="850"/>
          </a:p>
        </p:txBody>
      </p:sp>
      <p:sp>
        <p:nvSpPr>
          <p:cNvPr id="91" name="Google Shape;91;p13"/>
          <p:cNvSpPr/>
          <p:nvPr/>
        </p:nvSpPr>
        <p:spPr>
          <a:xfrm>
            <a:off x="5011636" y="1969225"/>
            <a:ext cx="1505400" cy="251700"/>
          </a:xfrm>
          <a:prstGeom prst="rect">
            <a:avLst/>
          </a:prstGeom>
          <a:solidFill>
            <a:schemeClr val="lt2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50" lIns="51450" spcFirstLastPara="1" rIns="51450" wrap="square" tIns="5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Saves Passive Start Time</a:t>
            </a:r>
            <a:endParaRPr sz="850"/>
          </a:p>
        </p:txBody>
      </p:sp>
      <p:cxnSp>
        <p:nvCxnSpPr>
          <p:cNvPr id="92" name="Google Shape;92;p13"/>
          <p:cNvCxnSpPr>
            <a:stCxn id="89" idx="3"/>
            <a:endCxn id="91" idx="1"/>
          </p:cNvCxnSpPr>
          <p:nvPr/>
        </p:nvCxnSpPr>
        <p:spPr>
          <a:xfrm>
            <a:off x="4639625" y="2075713"/>
            <a:ext cx="3720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3"/>
          <p:cNvCxnSpPr>
            <a:stCxn id="84" idx="3"/>
            <a:endCxn id="89" idx="1"/>
          </p:cNvCxnSpPr>
          <p:nvPr/>
        </p:nvCxnSpPr>
        <p:spPr>
          <a:xfrm>
            <a:off x="2948775" y="1801575"/>
            <a:ext cx="459000" cy="27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3"/>
          <p:cNvCxnSpPr>
            <a:stCxn id="84" idx="3"/>
            <a:endCxn id="87" idx="1"/>
          </p:cNvCxnSpPr>
          <p:nvPr/>
        </p:nvCxnSpPr>
        <p:spPr>
          <a:xfrm flipH="1" rot="10800000">
            <a:off x="2948775" y="1703775"/>
            <a:ext cx="493200" cy="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3"/>
          <p:cNvCxnSpPr>
            <a:stCxn id="84" idx="3"/>
            <a:endCxn id="86" idx="1"/>
          </p:cNvCxnSpPr>
          <p:nvPr/>
        </p:nvCxnSpPr>
        <p:spPr>
          <a:xfrm flipH="1" rot="10800000">
            <a:off x="2948775" y="1401975"/>
            <a:ext cx="4932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3"/>
          <p:cNvSpPr/>
          <p:nvPr/>
        </p:nvSpPr>
        <p:spPr>
          <a:xfrm>
            <a:off x="438175" y="5924475"/>
            <a:ext cx="1579500" cy="11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First prototype: Go back to start state</a:t>
            </a:r>
            <a:endParaRPr/>
          </a:p>
        </p:txBody>
      </p:sp>
      <p:cxnSp>
        <p:nvCxnSpPr>
          <p:cNvPr id="97" name="Google Shape;97;p13"/>
          <p:cNvCxnSpPr>
            <a:stCxn id="70" idx="2"/>
            <a:endCxn id="96" idx="0"/>
          </p:cNvCxnSpPr>
          <p:nvPr/>
        </p:nvCxnSpPr>
        <p:spPr>
          <a:xfrm>
            <a:off x="1130825" y="5498425"/>
            <a:ext cx="97200" cy="4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>
            <a:stCxn id="83" idx="1"/>
            <a:endCxn id="78" idx="3"/>
          </p:cNvCxnSpPr>
          <p:nvPr/>
        </p:nvCxnSpPr>
        <p:spPr>
          <a:xfrm flipH="1">
            <a:off x="1178225" y="1157900"/>
            <a:ext cx="472200" cy="2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>
            <a:stCxn id="84" idx="1"/>
            <a:endCxn id="78" idx="3"/>
          </p:cNvCxnSpPr>
          <p:nvPr/>
        </p:nvCxnSpPr>
        <p:spPr>
          <a:xfrm rot="10800000">
            <a:off x="1178475" y="1450575"/>
            <a:ext cx="435600" cy="3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>
            <a:stCxn id="85" idx="1"/>
            <a:endCxn id="78" idx="3"/>
          </p:cNvCxnSpPr>
          <p:nvPr/>
        </p:nvCxnSpPr>
        <p:spPr>
          <a:xfrm rot="10800000">
            <a:off x="1178475" y="1450750"/>
            <a:ext cx="435600" cy="99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