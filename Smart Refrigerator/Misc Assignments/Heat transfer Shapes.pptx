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4980fad42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4980fad42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404c7b8e4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404c7b8e4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404c7b8e4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404c7b8e4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496a9451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496a9451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04c7b8e4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404c7b8e4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49dd481c4b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49dd481c4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58100" y="403400"/>
            <a:ext cx="8227800" cy="4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Hello Dr. Kabbani,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Here are some of the shapes we have been considering for the heat transfer between the ice and air in our refrigerator for passive cooling mode.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We are leaning towards something similar to option 2.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Please note that these drawings are not very detailed or precise, they are just to convey a general shape/idea. The gaps where air can flow without passing through fins must be removed. 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We are making decisions on which design to move forward with this week. Any feedback or suggestions on alternative shapes would be greatly appreciated!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 rotWithShape="1">
          <a:blip r:embed="rId3">
            <a:alphaModFix/>
          </a:blip>
          <a:srcRect b="22558" l="6603" r="0" t="0"/>
          <a:stretch/>
        </p:blipFill>
        <p:spPr>
          <a:xfrm>
            <a:off x="294175" y="538975"/>
            <a:ext cx="4642151" cy="2280626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554700" y="3247125"/>
            <a:ext cx="5689800" cy="18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This is the simplest design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Fins could be located just on bottom or top and bottom for more surface area.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Airflow would be confined to pass through the fins (The gap between the fins/top of the ice block and the shell would be removed)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4">
            <a:alphaModFix/>
          </a:blip>
          <a:srcRect b="0" l="7963" r="6309" t="0"/>
          <a:stretch/>
        </p:blipFill>
        <p:spPr>
          <a:xfrm>
            <a:off x="4832650" y="517412"/>
            <a:ext cx="3815510" cy="21713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495875" y="648250"/>
            <a:ext cx="941400" cy="10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</a:rPr>
              <a:t>1a</a:t>
            </a:r>
            <a:endParaRPr b="1" sz="1800">
              <a:solidFill>
                <a:srgbClr val="CC0000"/>
              </a:solidFill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218525" y="412925"/>
            <a:ext cx="4151700" cy="2605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4832650" y="2142600"/>
            <a:ext cx="4151700" cy="2605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4656050" y="571500"/>
            <a:ext cx="6639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</a:rPr>
              <a:t>1b</a:t>
            </a:r>
            <a:endParaRPr b="1" sz="1800">
              <a:solidFill>
                <a:srgbClr val="CC0000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218525" y="0"/>
            <a:ext cx="90768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</a:rPr>
              <a:t>Option 1: Having a single block of ice with fins on top of the refrigerator</a:t>
            </a:r>
            <a:endParaRPr b="1" sz="1800">
              <a:solidFill>
                <a:srgbClr val="CC0000"/>
              </a:solidFill>
            </a:endParaRPr>
          </a:p>
        </p:txBody>
      </p:sp>
      <p:cxnSp>
        <p:nvCxnSpPr>
          <p:cNvPr id="67" name="Google Shape;67;p14"/>
          <p:cNvCxnSpPr/>
          <p:nvPr/>
        </p:nvCxnSpPr>
        <p:spPr>
          <a:xfrm flipH="1" rot="10800000">
            <a:off x="228075" y="385400"/>
            <a:ext cx="4128900" cy="248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" name="Google Shape;68;p14"/>
          <p:cNvCxnSpPr>
            <a:stCxn id="66" idx="1"/>
          </p:cNvCxnSpPr>
          <p:nvPr/>
        </p:nvCxnSpPr>
        <p:spPr>
          <a:xfrm>
            <a:off x="218525" y="252150"/>
            <a:ext cx="4413900" cy="286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800" y="1344725"/>
            <a:ext cx="4264376" cy="28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5015675" y="1177925"/>
            <a:ext cx="3255900" cy="36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Thinner layers to </a:t>
            </a:r>
            <a:r>
              <a:rPr lang="en" sz="1800">
                <a:solidFill>
                  <a:schemeClr val="dk2"/>
                </a:solidFill>
              </a:rPr>
              <a:t>further</a:t>
            </a:r>
            <a:r>
              <a:rPr lang="en" sz="1800">
                <a:solidFill>
                  <a:schemeClr val="dk2"/>
                </a:solidFill>
              </a:rPr>
              <a:t> increase the surface area with fins.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Would look into how  to optimize the thickness of the ice layers and how tall the fins should be for maximum heat transfer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The quantity of sheets would also depend on our estimated load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46538" y="2349000"/>
            <a:ext cx="4176900" cy="3235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722775" y="1386725"/>
            <a:ext cx="6639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</a:rPr>
              <a:t>2</a:t>
            </a:r>
            <a:endParaRPr b="1" sz="1800">
              <a:solidFill>
                <a:srgbClr val="CC0000"/>
              </a:solidFill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252150" y="327775"/>
            <a:ext cx="90768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</a:rPr>
              <a:t>Option 2: Multiple layers of ice with fins in between on top of refrigerator</a:t>
            </a:r>
            <a:endParaRPr b="1" sz="180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/>
        </p:nvSpPr>
        <p:spPr>
          <a:xfrm>
            <a:off x="4080425" y="848850"/>
            <a:ext cx="36819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Provides a lot of surface area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Downside is that ice freezes slower when it is vertical - may require more energy to freeze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550" y="579950"/>
            <a:ext cx="3702114" cy="4208176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/>
        </p:nvSpPr>
        <p:spPr>
          <a:xfrm>
            <a:off x="361425" y="75650"/>
            <a:ext cx="90768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</a:rPr>
              <a:t>Option 3: Multiple layers of ice with fins vertically on back of refrigerator</a:t>
            </a:r>
            <a:endParaRPr b="1" sz="180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550" y="990360"/>
            <a:ext cx="3069150" cy="3968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2125" y="1061725"/>
            <a:ext cx="2509300" cy="37445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 txBox="1"/>
          <p:nvPr/>
        </p:nvSpPr>
        <p:spPr>
          <a:xfrm>
            <a:off x="6229650" y="1124825"/>
            <a:ext cx="2916000" cy="3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Air snakes through a chanel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Can round the corners or add wedges to decrease pressure drop in the corners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Would likely want less turns than pictured. The more turns the more pressure loss and a larger fan will be required.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Note that the extra space between the top/bottom of the fins and the platforms must be removed.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Can add multiple layers of ice per each turn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Allows for use of horizontal ice packs while using the vertical space </a:t>
            </a:r>
            <a:r>
              <a:rPr lang="en" sz="1200">
                <a:solidFill>
                  <a:schemeClr val="dk2"/>
                </a:solidFill>
              </a:rPr>
              <a:t>behind</a:t>
            </a:r>
            <a:r>
              <a:rPr lang="en" sz="1200">
                <a:solidFill>
                  <a:schemeClr val="dk2"/>
                </a:solidFill>
              </a:rPr>
              <a:t> the refrigerator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361425" y="75650"/>
            <a:ext cx="82530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</a:rPr>
              <a:t>Option 4: Directing air through serpentine pattern with horizontal ice packs + fins</a:t>
            </a:r>
            <a:endParaRPr b="1" sz="180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8"/>
          <p:cNvPicPr preferRelativeResize="0"/>
          <p:nvPr/>
        </p:nvPicPr>
        <p:blipFill rotWithShape="1">
          <a:blip r:embed="rId3">
            <a:alphaModFix/>
          </a:blip>
          <a:srcRect b="0" l="4952" r="0" t="0"/>
          <a:stretch/>
        </p:blipFill>
        <p:spPr>
          <a:xfrm rot="273751">
            <a:off x="3277249" y="1206032"/>
            <a:ext cx="2992326" cy="368060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6261275" y="532800"/>
            <a:ext cx="2529600" cy="3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The circular tube shape for the ice is not practical. It would be more difficult to manufacture and would have less surface area than a square/rectangle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The unused area around the fins must be decreased.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0550" y="1159400"/>
            <a:ext cx="2761101" cy="374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/>
          <p:nvPr/>
        </p:nvSpPr>
        <p:spPr>
          <a:xfrm>
            <a:off x="2368275" y="1243725"/>
            <a:ext cx="2761200" cy="4227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/>
          <p:nvPr/>
        </p:nvSpPr>
        <p:spPr>
          <a:xfrm>
            <a:off x="3157788" y="874075"/>
            <a:ext cx="2761200" cy="4227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/>
        </p:nvSpPr>
        <p:spPr>
          <a:xfrm>
            <a:off x="361425" y="75650"/>
            <a:ext cx="82530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</a:rPr>
              <a:t>Option 5: Serpentine pattern with circular ice packs + fins</a:t>
            </a:r>
            <a:endParaRPr b="1" sz="180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775" y="656500"/>
            <a:ext cx="6398876" cy="3171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19"/>
          <p:cNvCxnSpPr/>
          <p:nvPr/>
        </p:nvCxnSpPr>
        <p:spPr>
          <a:xfrm flipH="1" rot="10800000">
            <a:off x="4427825" y="3295350"/>
            <a:ext cx="204600" cy="298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" name="Google Shape;109;p19"/>
          <p:cNvCxnSpPr/>
          <p:nvPr/>
        </p:nvCxnSpPr>
        <p:spPr>
          <a:xfrm>
            <a:off x="4412075" y="3303175"/>
            <a:ext cx="243900" cy="243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19"/>
          <p:cNvCxnSpPr/>
          <p:nvPr/>
        </p:nvCxnSpPr>
        <p:spPr>
          <a:xfrm flipH="1" rot="10800000">
            <a:off x="4608700" y="2996300"/>
            <a:ext cx="479700" cy="55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19"/>
          <p:cNvCxnSpPr/>
          <p:nvPr/>
        </p:nvCxnSpPr>
        <p:spPr>
          <a:xfrm>
            <a:off x="4805325" y="2933525"/>
            <a:ext cx="15600" cy="188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